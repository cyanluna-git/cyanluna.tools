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00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000" cy="40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800000"/>
            <a:ext cx="4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PPTX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200000"/>
            <a:ext cx="4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Sample</a:t>
            </a:r>
            <a:br/>
            <a:r>
              <a:t>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2500000"/>
            <a:ext cx="5000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2650000"/>
            <a:ext cx="4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 modern, editable presentation</a:t>
            </a:r>
            <a:br/>
            <a:r>
              <a:t>generated with python-pptx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80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0" y="50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WHAT THIS DEMONSTRATES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0" y="900000"/>
            <a:ext cx="61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0000" y="900000"/>
            <a:ext cx="40000" cy="11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0000" y="102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Theme Colors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0000" y="1380000"/>
            <a:ext cx="5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12 embedded theme colors extracted by pptx_inspector.py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0" y="2200000"/>
            <a:ext cx="61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0000" y="2200000"/>
            <a:ext cx="40000" cy="11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0000" y="232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Font Scheme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0000" y="2680000"/>
            <a:ext cx="5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Inter / Segoe UI with heading and body variants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0" y="3500000"/>
            <a:ext cx="61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0000" y="3500000"/>
            <a:ext cx="40000" cy="110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362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Slide Layouts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3980000"/>
            <a:ext cx="5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Blank layout for maximum control with custom shapes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0" y="4800000"/>
            <a:ext cx="61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0000" y="4800000"/>
            <a:ext cx="40000" cy="11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0000" y="492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Editable Elements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0000" y="5280000"/>
            <a:ext cx="5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Every shape, text box, and table is editable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28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Segoe UI"/>
              </a:defRPr>
            </a:pPr>
            <a:r>
              <a:t>Content Layout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0000" y="720000"/>
            <a:ext cx="7000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9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Segoe UI"/>
              </a:defRPr>
            </a:pPr>
            <a:r>
              <a:t>Left Column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00" y="1250000"/>
          <a:ext cx="55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200000"/>
                <a:gridCol w="1500000"/>
              </a:tblGrid>
              <a:tr h="375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Theme Colors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Extracted from template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Font Scheme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Heading + Body fonts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Layouts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 scenario types supported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00000" y="9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Segoe UI"/>
              </a:defRPr>
            </a:pPr>
            <a:r>
              <a:t>Right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250000"/>
            <a:ext cx="5500000" cy="6000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tIns="80000"/>
          <a:lstStyle/>
          <a:p>
            <a:pPr algn="ctr">
              <a:defRPr sz="1100">
                <a:solidFill>
                  <a:srgbClr val="065F46"/>
                </a:solidFill>
                <a:latin typeface="Segoe UI"/>
              </a:defRPr>
            </a:pPr>
            <a:r>
              <a:t>This template is generated by python-pptx.</a:t>
            </a:r>
            <a:br/>
            <a:r>
              <a:t>All elements are fully editable in PowerPoint.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205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155"/>
                </a:solidFill>
                <a:latin typeface="Segoe UI"/>
              </a:defRPr>
            </a:pPr>
            <a:r>
              <a:t>Theme Color Palette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000" y="2350000"/>
            <a:ext cx="350000" cy="35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0000" y="23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Primary</a:t>
            </a:r>
            <a:br/>
            <a:r>
              <a:t>#0F766E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0000" y="2350000"/>
            <a:ext cx="350000" cy="3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0000" y="23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Accent</a:t>
            </a:r>
            <a:br/>
            <a:r>
              <a:t>#F59E0B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0000" y="2350000"/>
            <a:ext cx="350000" cy="35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30000" y="23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Secondary</a:t>
            </a:r>
            <a:br/>
            <a:r>
              <a:t>#1E40AF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000" y="3050000"/>
            <a:ext cx="350000" cy="35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0000" y="30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Indigo</a:t>
            </a:r>
            <a:br/>
            <a:r>
              <a:t>#6366F1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000" y="3050000"/>
            <a:ext cx="350000" cy="35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0000" y="30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Rose</a:t>
            </a:r>
            <a:br/>
            <a:r>
              <a:t>#E11D48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00000" y="3050000"/>
            <a:ext cx="350000" cy="35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30000" y="308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Slate</a:t>
            </a:r>
            <a:br/>
            <a:r>
              <a:t>#64748B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400000"/>
            <a:ext cx="112000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0000" y="6500000"/>
            <a:ext cx="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50000"/>
            <a:ext cx="12192000" cy="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45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F6E4"/>
                </a:solidFill>
                <a:latin typeface="Segoe UI"/>
              </a:defRPr>
            </a:pPr>
            <a:r>
              <a:t>This is a section divider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kills — Slate &amp; Teal">
  <a:themeElements>
    <a:clrScheme name="Slate_Teal">
      <a:dk1>
        <a:srgbClr val="1E293B"/>
      </a:dk1>
      <a:lt1>
        <a:srgbClr val="FFFFFF"/>
      </a:lt1>
      <a:dk2>
        <a:srgbClr val="0F766E"/>
      </a:dk2>
      <a:lt2>
        <a:srgbClr val="E2E8F0"/>
      </a:lt2>
      <a:accent1>
        <a:srgbClr val="0D9488"/>
      </a:accent1>
      <a:accent2>
        <a:srgbClr val="64748B"/>
      </a:accent2>
      <a:accent3>
        <a:srgbClr val="F59E0B"/>
      </a:accent3>
      <a:accent4>
        <a:srgbClr val="6366F1"/>
      </a:accent4>
      <a:accent5>
        <a:srgbClr val="1E40AF"/>
      </a:accent5>
      <a:accent6>
        <a:srgbClr val="E11D48"/>
      </a:accent6>
      <a:hlink>
        <a:srgbClr val="0284C7"/>
      </a:hlink>
      <a:folHlink>
        <a:srgbClr val="94A3B8"/>
      </a:folHlink>
    </a:clrScheme>
    <a:fontScheme name="Modern_Inter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